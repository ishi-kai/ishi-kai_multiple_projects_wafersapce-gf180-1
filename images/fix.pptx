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3C5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695BF-81D0-4103-9DBD-EF9586155BDA}" v="21" dt="2025-11-12T08:26:46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6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7B1361DC-F3A9-405E-AF3A-7346CEC237D8}"/>
    <pc:docChg chg="custSel modSld">
      <pc:chgData name="Noritsuna Imamura" userId="5b2da16fa1785921" providerId="LiveId" clId="{7B1361DC-F3A9-405E-AF3A-7346CEC237D8}" dt="2025-11-12T08:27:51.918" v="300" actId="2"/>
      <pc:docMkLst>
        <pc:docMk/>
      </pc:docMkLst>
      <pc:sldChg chg="delSp modSp mod">
        <pc:chgData name="Noritsuna Imamura" userId="5b2da16fa1785921" providerId="LiveId" clId="{7B1361DC-F3A9-405E-AF3A-7346CEC237D8}" dt="2025-11-12T08:27:49.794" v="296" actId="2"/>
        <pc:sldMkLst>
          <pc:docMk/>
          <pc:sldMk cId="3406066737" sldId="257"/>
        </pc:sldMkLst>
        <pc:spChg chg="mod">
          <ac:chgData name="Noritsuna Imamura" userId="5b2da16fa1785921" providerId="LiveId" clId="{7B1361DC-F3A9-405E-AF3A-7346CEC237D8}" dt="2025-11-12T08:27:47.886" v="292" actId="2"/>
          <ac:spMkLst>
            <pc:docMk/>
            <pc:sldMk cId="3406066737" sldId="257"/>
            <ac:spMk id="17" creationId="{D60C8CF9-ECED-174E-4D3D-4A64F21EE122}"/>
          </ac:spMkLst>
        </pc:spChg>
        <pc:spChg chg="mod">
          <ac:chgData name="Noritsuna Imamura" userId="5b2da16fa1785921" providerId="LiveId" clId="{7B1361DC-F3A9-405E-AF3A-7346CEC237D8}" dt="2025-11-12T08:27:48.549" v="293" actId="2"/>
          <ac:spMkLst>
            <pc:docMk/>
            <pc:sldMk cId="3406066737" sldId="257"/>
            <ac:spMk id="22" creationId="{C9EFB605-BB06-9C63-068E-80ED279AF52D}"/>
          </ac:spMkLst>
        </pc:spChg>
        <pc:spChg chg="mod">
          <ac:chgData name="Noritsuna Imamura" userId="5b2da16fa1785921" providerId="LiveId" clId="{7B1361DC-F3A9-405E-AF3A-7346CEC237D8}" dt="2025-11-12T08:27:48.996" v="294" actId="2"/>
          <ac:spMkLst>
            <pc:docMk/>
            <pc:sldMk cId="3406066737" sldId="257"/>
            <ac:spMk id="23" creationId="{29534A54-4329-C5A9-4D4C-7EAD1AF3055E}"/>
          </ac:spMkLst>
        </pc:spChg>
        <pc:spChg chg="mod">
          <ac:chgData name="Noritsuna Imamura" userId="5b2da16fa1785921" providerId="LiveId" clId="{7B1361DC-F3A9-405E-AF3A-7346CEC237D8}" dt="2025-11-12T08:27:49.409" v="295" actId="2"/>
          <ac:spMkLst>
            <pc:docMk/>
            <pc:sldMk cId="3406066737" sldId="257"/>
            <ac:spMk id="24" creationId="{10CF9296-4A1D-F677-B8E8-0F4C7E3C1A4A}"/>
          </ac:spMkLst>
        </pc:spChg>
        <pc:spChg chg="mod">
          <ac:chgData name="Noritsuna Imamura" userId="5b2da16fa1785921" providerId="LiveId" clId="{7B1361DC-F3A9-405E-AF3A-7346CEC237D8}" dt="2025-11-12T08:27:49.794" v="296" actId="2"/>
          <ac:spMkLst>
            <pc:docMk/>
            <pc:sldMk cId="3406066737" sldId="257"/>
            <ac:spMk id="25" creationId="{12F47A59-CB30-CDBE-F647-1CA0B34187E1}"/>
          </ac:spMkLst>
        </pc:spChg>
        <pc:spChg chg="del">
          <ac:chgData name="Noritsuna Imamura" userId="5b2da16fa1785921" providerId="LiveId" clId="{7B1361DC-F3A9-405E-AF3A-7346CEC237D8}" dt="2025-11-12T08:16:15.884" v="1" actId="478"/>
          <ac:spMkLst>
            <pc:docMk/>
            <pc:sldMk cId="3406066737" sldId="257"/>
            <ac:spMk id="33" creationId="{A45CE74C-9B3B-787F-3ADB-6DF81332C4EE}"/>
          </ac:spMkLst>
        </pc:spChg>
        <pc:picChg chg="del">
          <ac:chgData name="Noritsuna Imamura" userId="5b2da16fa1785921" providerId="LiveId" clId="{7B1361DC-F3A9-405E-AF3A-7346CEC237D8}" dt="2025-11-12T08:16:14.176" v="0" actId="478"/>
          <ac:picMkLst>
            <pc:docMk/>
            <pc:sldMk cId="3406066737" sldId="257"/>
            <ac:picMk id="29" creationId="{25B7ECEF-E900-66DA-AB93-56B0CD5D82E0}"/>
          </ac:picMkLst>
        </pc:picChg>
        <pc:picChg chg="del">
          <ac:chgData name="Noritsuna Imamura" userId="5b2da16fa1785921" providerId="LiveId" clId="{7B1361DC-F3A9-405E-AF3A-7346CEC237D8}" dt="2025-11-12T08:16:17.406" v="2" actId="478"/>
          <ac:picMkLst>
            <pc:docMk/>
            <pc:sldMk cId="3406066737" sldId="257"/>
            <ac:picMk id="30" creationId="{B5C5DADA-F6E4-1029-8F69-7E4981C3BE83}"/>
          </ac:picMkLst>
        </pc:picChg>
      </pc:sldChg>
      <pc:sldChg chg="addSp delSp modSp mod">
        <pc:chgData name="Noritsuna Imamura" userId="5b2da16fa1785921" providerId="LiveId" clId="{7B1361DC-F3A9-405E-AF3A-7346CEC237D8}" dt="2025-11-12T08:27:51.918" v="300" actId="2"/>
        <pc:sldMkLst>
          <pc:docMk/>
          <pc:sldMk cId="4294054707" sldId="258"/>
        </pc:sldMkLst>
        <pc:spChg chg="add mod">
          <ac:chgData name="Noritsuna Imamura" userId="5b2da16fa1785921" providerId="LiveId" clId="{7B1361DC-F3A9-405E-AF3A-7346CEC237D8}" dt="2025-11-12T08:18:03.520" v="45" actId="14100"/>
          <ac:spMkLst>
            <pc:docMk/>
            <pc:sldMk cId="4294054707" sldId="258"/>
            <ac:spMk id="6" creationId="{4233D9D9-5882-446B-0418-07559E94202B}"/>
          </ac:spMkLst>
        </pc:spChg>
        <pc:spChg chg="add mod">
          <ac:chgData name="Noritsuna Imamura" userId="5b2da16fa1785921" providerId="LiveId" clId="{7B1361DC-F3A9-405E-AF3A-7346CEC237D8}" dt="2025-11-12T08:27:50.167" v="297" actId="2"/>
          <ac:spMkLst>
            <pc:docMk/>
            <pc:sldMk cId="4294054707" sldId="258"/>
            <ac:spMk id="7" creationId="{9303BEF1-3BE5-0DD2-6AFC-0C8C564F21F5}"/>
          </ac:spMkLst>
        </pc:spChg>
        <pc:spChg chg="add mod">
          <ac:chgData name="Noritsuna Imamura" userId="5b2da16fa1785921" providerId="LiveId" clId="{7B1361DC-F3A9-405E-AF3A-7346CEC237D8}" dt="2025-11-12T08:27:50.720" v="298" actId="2"/>
          <ac:spMkLst>
            <pc:docMk/>
            <pc:sldMk cId="4294054707" sldId="258"/>
            <ac:spMk id="8" creationId="{64B24CD6-0804-0D9E-5D1F-EB53D6BEC60C}"/>
          </ac:spMkLst>
        </pc:spChg>
        <pc:spChg chg="add mod">
          <ac:chgData name="Noritsuna Imamura" userId="5b2da16fa1785921" providerId="LiveId" clId="{7B1361DC-F3A9-405E-AF3A-7346CEC237D8}" dt="2025-11-12T08:20:14.701" v="100" actId="14100"/>
          <ac:spMkLst>
            <pc:docMk/>
            <pc:sldMk cId="4294054707" sldId="258"/>
            <ac:spMk id="9" creationId="{FCF11D90-3227-C91E-E364-39FB924184E9}"/>
          </ac:spMkLst>
        </pc:spChg>
        <pc:spChg chg="add del mod">
          <ac:chgData name="Noritsuna Imamura" userId="5b2da16fa1785921" providerId="LiveId" clId="{7B1361DC-F3A9-405E-AF3A-7346CEC237D8}" dt="2025-11-12T08:20:29.468" v="103" actId="478"/>
          <ac:spMkLst>
            <pc:docMk/>
            <pc:sldMk cId="4294054707" sldId="258"/>
            <ac:spMk id="10" creationId="{0BB0C74A-0995-5D2B-C547-BE32CF9277FD}"/>
          </ac:spMkLst>
        </pc:spChg>
        <pc:spChg chg="add mod">
          <ac:chgData name="Noritsuna Imamura" userId="5b2da16fa1785921" providerId="LiveId" clId="{7B1361DC-F3A9-405E-AF3A-7346CEC237D8}" dt="2025-11-12T08:26:42.447" v="276" actId="20577"/>
          <ac:spMkLst>
            <pc:docMk/>
            <pc:sldMk cId="4294054707" sldId="258"/>
            <ac:spMk id="11" creationId="{6508F83A-4144-09A3-809F-6617CB9AFB1B}"/>
          </ac:spMkLst>
        </pc:spChg>
        <pc:spChg chg="add mod ord">
          <ac:chgData name="Noritsuna Imamura" userId="5b2da16fa1785921" providerId="LiveId" clId="{7B1361DC-F3A9-405E-AF3A-7346CEC237D8}" dt="2025-11-12T08:27:23.433" v="288" actId="14100"/>
          <ac:spMkLst>
            <pc:docMk/>
            <pc:sldMk cId="4294054707" sldId="258"/>
            <ac:spMk id="12" creationId="{3E72187B-30FE-3215-057B-31733FFDA1BE}"/>
          </ac:spMkLst>
        </pc:spChg>
        <pc:spChg chg="add mod">
          <ac:chgData name="Noritsuna Imamura" userId="5b2da16fa1785921" providerId="LiveId" clId="{7B1361DC-F3A9-405E-AF3A-7346CEC237D8}" dt="2025-11-12T08:22:32.155" v="131" actId="14100"/>
          <ac:spMkLst>
            <pc:docMk/>
            <pc:sldMk cId="4294054707" sldId="258"/>
            <ac:spMk id="13" creationId="{6FDD5A47-33EB-4FA3-8F6F-94E722F98AC8}"/>
          </ac:spMkLst>
        </pc:spChg>
        <pc:spChg chg="add mod">
          <ac:chgData name="Noritsuna Imamura" userId="5b2da16fa1785921" providerId="LiveId" clId="{7B1361DC-F3A9-405E-AF3A-7346CEC237D8}" dt="2025-11-12T08:22:53.531" v="150" actId="20577"/>
          <ac:spMkLst>
            <pc:docMk/>
            <pc:sldMk cId="4294054707" sldId="258"/>
            <ac:spMk id="14" creationId="{A177D66B-DDBD-759F-4002-672BE129458B}"/>
          </ac:spMkLst>
        </pc:spChg>
        <pc:spChg chg="add mod">
          <ac:chgData name="Noritsuna Imamura" userId="5b2da16fa1785921" providerId="LiveId" clId="{7B1361DC-F3A9-405E-AF3A-7346CEC237D8}" dt="2025-11-12T08:27:51.199" v="299" actId="2"/>
          <ac:spMkLst>
            <pc:docMk/>
            <pc:sldMk cId="4294054707" sldId="258"/>
            <ac:spMk id="15" creationId="{D6E44D54-82E0-AB11-DC34-3F5AFAB662BC}"/>
          </ac:spMkLst>
        </pc:spChg>
        <pc:spChg chg="add mod">
          <ac:chgData name="Noritsuna Imamura" userId="5b2da16fa1785921" providerId="LiveId" clId="{7B1361DC-F3A9-405E-AF3A-7346CEC237D8}" dt="2025-11-12T08:27:51.918" v="300" actId="2"/>
          <ac:spMkLst>
            <pc:docMk/>
            <pc:sldMk cId="4294054707" sldId="258"/>
            <ac:spMk id="16" creationId="{6EC51BF6-A1EE-7616-E0F0-86BFC1C933F8}"/>
          </ac:spMkLst>
        </pc:spChg>
        <pc:spChg chg="add mod">
          <ac:chgData name="Noritsuna Imamura" userId="5b2da16fa1785921" providerId="LiveId" clId="{7B1361DC-F3A9-405E-AF3A-7346CEC237D8}" dt="2025-11-12T08:27:47.134" v="291" actId="2"/>
          <ac:spMkLst>
            <pc:docMk/>
            <pc:sldMk cId="4294054707" sldId="258"/>
            <ac:spMk id="17" creationId="{4255F444-A42B-640F-2630-A2EFB4088670}"/>
          </ac:spMkLst>
        </pc:spChg>
        <pc:spChg chg="add mod">
          <ac:chgData name="Noritsuna Imamura" userId="5b2da16fa1785921" providerId="LiveId" clId="{7B1361DC-F3A9-405E-AF3A-7346CEC237D8}" dt="2025-11-12T08:25:34.584" v="224" actId="13822"/>
          <ac:spMkLst>
            <pc:docMk/>
            <pc:sldMk cId="4294054707" sldId="258"/>
            <ac:spMk id="18" creationId="{ED572C0C-09D4-095A-992C-139E8B7135B0}"/>
          </ac:spMkLst>
        </pc:spChg>
        <pc:spChg chg="add del mod">
          <ac:chgData name="Noritsuna Imamura" userId="5b2da16fa1785921" providerId="LiveId" clId="{7B1361DC-F3A9-405E-AF3A-7346CEC237D8}" dt="2025-11-12T08:25:23.831" v="223" actId="478"/>
          <ac:spMkLst>
            <pc:docMk/>
            <pc:sldMk cId="4294054707" sldId="258"/>
            <ac:spMk id="19" creationId="{75FDA61B-9CDF-ADEC-6575-1A9BB16A7CF3}"/>
          </ac:spMkLst>
        </pc:spChg>
        <pc:spChg chg="add mod">
          <ac:chgData name="Noritsuna Imamura" userId="5b2da16fa1785921" providerId="LiveId" clId="{7B1361DC-F3A9-405E-AF3A-7346CEC237D8}" dt="2025-11-12T08:25:48.865" v="233" actId="20577"/>
          <ac:spMkLst>
            <pc:docMk/>
            <pc:sldMk cId="4294054707" sldId="258"/>
            <ac:spMk id="20" creationId="{575D3E65-A830-24E4-1EE7-3CA50E27A9C4}"/>
          </ac:spMkLst>
        </pc:spChg>
        <pc:spChg chg="add mod">
          <ac:chgData name="Noritsuna Imamura" userId="5b2da16fa1785921" providerId="LiveId" clId="{7B1361DC-F3A9-405E-AF3A-7346CEC237D8}" dt="2025-11-12T08:26:05.579" v="246" actId="20577"/>
          <ac:spMkLst>
            <pc:docMk/>
            <pc:sldMk cId="4294054707" sldId="258"/>
            <ac:spMk id="21" creationId="{478FEAD1-C387-5DE1-58B4-D568B2F1CEAF}"/>
          </ac:spMkLst>
        </pc:spChg>
        <pc:spChg chg="add mod">
          <ac:chgData name="Noritsuna Imamura" userId="5b2da16fa1785921" providerId="LiveId" clId="{7B1361DC-F3A9-405E-AF3A-7346CEC237D8}" dt="2025-11-12T08:26:27.311" v="263" actId="20577"/>
          <ac:spMkLst>
            <pc:docMk/>
            <pc:sldMk cId="4294054707" sldId="258"/>
            <ac:spMk id="22" creationId="{A68B65F8-FBCB-12C4-81B3-83661CBEE24D}"/>
          </ac:spMkLst>
        </pc:spChg>
        <pc:spChg chg="add mod">
          <ac:chgData name="Noritsuna Imamura" userId="5b2da16fa1785921" providerId="LiveId" clId="{7B1361DC-F3A9-405E-AF3A-7346CEC237D8}" dt="2025-11-12T08:26:57.074" v="286" actId="20577"/>
          <ac:spMkLst>
            <pc:docMk/>
            <pc:sldMk cId="4294054707" sldId="258"/>
            <ac:spMk id="23" creationId="{5CE117BB-B551-CDED-9723-A2DB7BE53325}"/>
          </ac:spMkLst>
        </pc:spChg>
        <pc:graphicFrameChg chg="add del mod">
          <ac:chgData name="Noritsuna Imamura" userId="5b2da16fa1785921" providerId="LiveId" clId="{7B1361DC-F3A9-405E-AF3A-7346CEC237D8}" dt="2025-11-12T08:17:13.525" v="9" actId="478"/>
          <ac:graphicFrameMkLst>
            <pc:docMk/>
            <pc:sldMk cId="4294054707" sldId="258"/>
            <ac:graphicFrameMk id="4" creationId="{D48A6B9E-3CFE-327B-64E4-DA98D7A08D27}"/>
          </ac:graphicFrameMkLst>
        </pc:graphicFrameChg>
        <pc:picChg chg="add mod">
          <ac:chgData name="Noritsuna Imamura" userId="5b2da16fa1785921" providerId="LiveId" clId="{7B1361DC-F3A9-405E-AF3A-7346CEC237D8}" dt="2025-11-12T08:17:00.666" v="7" actId="962"/>
          <ac:picMkLst>
            <pc:docMk/>
            <pc:sldMk cId="4294054707" sldId="258"/>
            <ac:picMk id="3" creationId="{6CFFA945-4582-886E-4E46-B73F08E467B8}"/>
          </ac:picMkLst>
        </pc:picChg>
        <pc:picChg chg="del">
          <ac:chgData name="Noritsuna Imamura" userId="5b2da16fa1785921" providerId="LiveId" clId="{7B1361DC-F3A9-405E-AF3A-7346CEC237D8}" dt="2025-11-12T08:16:23.661" v="4" actId="478"/>
          <ac:picMkLst>
            <pc:docMk/>
            <pc:sldMk cId="4294054707" sldId="258"/>
            <ac:picMk id="5" creationId="{FA08D2ED-B700-4BCC-7736-16A13DEDE875}"/>
          </ac:picMkLst>
        </pc:picChg>
        <pc:picChg chg="del">
          <ac:chgData name="Noritsuna Imamura" userId="5b2da16fa1785921" providerId="LiveId" clId="{7B1361DC-F3A9-405E-AF3A-7346CEC237D8}" dt="2025-11-12T08:16:21.813" v="3" actId="478"/>
          <ac:picMkLst>
            <pc:docMk/>
            <pc:sldMk cId="4294054707" sldId="258"/>
            <ac:picMk id="1026" creationId="{412F6EF4-4C07-9ADF-7382-2596BF3E74E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0FE86-6862-E935-06B3-8E504259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AEA4A5-6697-579A-9A62-D18F7B265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01E643-0AAC-9870-AAA7-AC6541BB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A84640-6947-CFD0-B3F5-75B1DF3B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3B2250-486A-E18B-95DC-0C37CED1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69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24046-135B-70EC-A983-93DBC140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8B9278-2D60-8218-3625-2FF3C97C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A692C1-649B-5D4A-EDBF-40A17E94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3E2C92-50E8-2ED3-2B6E-43A15007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526F50-4C37-3848-EDB3-903C387C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94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13015-2872-7419-58BF-241C16A9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F46FD6-F014-8ABE-272D-D3F7B5FF2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99318-B7EB-89B7-B68D-A6920B88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50803-CAC7-B96D-AB50-1BA4462A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8B07D7-ECB8-F3FF-6633-50E2898A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5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42B740-274B-1BFC-8C1B-661DD463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ABA731-9B30-3656-A1F9-FE34A2474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FF5170-F6A3-BA42-CE5D-98DF927D9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4842E5-358F-A0CC-1514-1C24A515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940C61-F491-7F88-3A69-0D31F259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77A435-BEE4-6D8F-A90A-5D7C9BF0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88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9D6C5F-267B-CC61-FF27-AFFEA646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295BB5-1560-F46F-CE51-342758FF0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FE7FD4-E612-075D-8432-33D874913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937AC4-B10B-D6F8-2BDE-AB8CEC1C4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300C35-429B-5FAB-0628-B185D8246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1F02A9-80E3-3BB5-C193-24407480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E14BF2-4C74-F7A9-5051-A6AF719C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F8A216-35E8-C7AC-780F-FAB6DADD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83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7BCF4D-58BA-054E-A6F7-7CA1AE85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5D71B5-09A6-42FD-F185-59DF77CA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B52B52-B89F-D00A-323D-0C76E98F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46BB992-A4CF-AFAB-C9D7-1C9AD579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07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95B90D-8D0D-10EE-19FB-2D6FE48E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59010E-39C7-0DE2-2F57-A58E8D55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BB346B-42E9-E659-6143-77449182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97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8A780-4DB0-3F5E-7F9F-067CC9B9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95E0E1-63B6-85FC-6ECB-2B0AF9F5B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28F67C-319A-7BDF-5434-3537A4481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48EB4F-66CC-FB75-FCC7-56FB4119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066648-496F-D251-B94F-3FCB7787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11F839-E987-3186-AA4C-C3242580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65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6E6FE8-093B-646A-7C86-A01BBBB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093631E-1D1E-3DFB-CBE5-7EFA4A1C2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6B5AC0-9468-77D9-75E2-E26F9364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3AA382-2E0D-79AB-3ADC-738AD29C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18D4F4-6BAD-99E6-CDD4-8F68BD2F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F3F739-7100-931C-BED5-A2F0284F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55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64143-B30D-1570-7E01-69C7CEEA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BB4650-9AF0-56E5-8994-D34B1D9C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3E20D9-1C8F-472A-0521-EEA3CAE6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E300F9-B3A1-177C-A857-2B0D28DE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40EF12-FC0A-9071-387B-E17EEE10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48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048077-A546-875D-C5A2-DE28CCBD7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1F2375-1924-14B2-598F-830534711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F764C6-F55C-1FA7-D870-5013D0B9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2D9442-FACF-20B7-7506-5E60E74B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568F7D-1E5C-49D6-A758-F70F310A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281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B1F91E-DFBB-6702-B60E-734BCE2A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42C0F6-0F1B-D628-31FE-F0036D10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36AD27-E1A8-F070-CE0B-627946FE2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D2CE1-5213-4109-9978-3DAB231D34D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BC6594-55F2-A0D9-6594-0F2B80D18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6E55D7-CFF2-9D29-E005-6A8D909E6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6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424A56-A70F-7667-086F-62B877A41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E9BCEB-A6E7-5852-F2EE-D28D91597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93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レビゲームの画面&#10;&#10;中程度の精度で自動的に生成された説明">
            <a:extLst>
              <a:ext uri="{FF2B5EF4-FFF2-40B4-BE49-F238E27FC236}">
                <a16:creationId xmlns:a16="http://schemas.microsoft.com/office/drawing/2014/main" id="{BE187A40-9060-ECA5-AAFB-18E2D429A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5" y="251460"/>
            <a:ext cx="6682740" cy="660654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C6F5446-ED54-3A22-D3B1-1089C2799985}"/>
              </a:ext>
            </a:extLst>
          </p:cNvPr>
          <p:cNvSpPr/>
          <p:nvPr/>
        </p:nvSpPr>
        <p:spPr>
          <a:xfrm>
            <a:off x="1803129" y="703799"/>
            <a:ext cx="1923393" cy="1198179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EC2976-3D75-FD11-A254-2AC28F767A67}"/>
              </a:ext>
            </a:extLst>
          </p:cNvPr>
          <p:cNvSpPr/>
          <p:nvPr/>
        </p:nvSpPr>
        <p:spPr>
          <a:xfrm>
            <a:off x="5202306" y="403617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E490E27-15B4-68B0-427D-D37D90E6279D}"/>
              </a:ext>
            </a:extLst>
          </p:cNvPr>
          <p:cNvSpPr/>
          <p:nvPr/>
        </p:nvSpPr>
        <p:spPr>
          <a:xfrm>
            <a:off x="5202306" y="1192287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C3B6E4C-F29F-52E9-BCDD-68F2DB854E0E}"/>
              </a:ext>
            </a:extLst>
          </p:cNvPr>
          <p:cNvSpPr/>
          <p:nvPr/>
        </p:nvSpPr>
        <p:spPr>
          <a:xfrm>
            <a:off x="5202306" y="2083596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626C938-EBC7-CC78-42BD-1AE11DB6D5AA}"/>
              </a:ext>
            </a:extLst>
          </p:cNvPr>
          <p:cNvSpPr/>
          <p:nvPr/>
        </p:nvSpPr>
        <p:spPr>
          <a:xfrm>
            <a:off x="5239092" y="3085741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3101638-37EA-92BE-0195-32557F79A9D6}"/>
              </a:ext>
            </a:extLst>
          </p:cNvPr>
          <p:cNvSpPr/>
          <p:nvPr/>
        </p:nvSpPr>
        <p:spPr>
          <a:xfrm>
            <a:off x="5202306" y="3969725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7EE1201-9C6C-8462-8C94-3CDDF2C4ADF7}"/>
              </a:ext>
            </a:extLst>
          </p:cNvPr>
          <p:cNvSpPr/>
          <p:nvPr/>
        </p:nvSpPr>
        <p:spPr>
          <a:xfrm>
            <a:off x="1803129" y="2036061"/>
            <a:ext cx="1923393" cy="537306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9BA8200-A743-5B4D-1029-ABEB5894F901}"/>
              </a:ext>
            </a:extLst>
          </p:cNvPr>
          <p:cNvSpPr/>
          <p:nvPr/>
        </p:nvSpPr>
        <p:spPr>
          <a:xfrm>
            <a:off x="1803129" y="2761030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A321F5C-1E37-5942-A372-B2889AD0FFD6}"/>
              </a:ext>
            </a:extLst>
          </p:cNvPr>
          <p:cNvSpPr/>
          <p:nvPr/>
        </p:nvSpPr>
        <p:spPr>
          <a:xfrm>
            <a:off x="1803129" y="3554730"/>
            <a:ext cx="1923393" cy="636513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A15305D-723C-2026-71C6-33E544BF3863}"/>
              </a:ext>
            </a:extLst>
          </p:cNvPr>
          <p:cNvSpPr/>
          <p:nvPr/>
        </p:nvSpPr>
        <p:spPr>
          <a:xfrm>
            <a:off x="1803128" y="4412665"/>
            <a:ext cx="1923393" cy="636514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75D2D778-3001-C320-33C9-7780F9FBFE12}"/>
              </a:ext>
            </a:extLst>
          </p:cNvPr>
          <p:cNvSpPr/>
          <p:nvPr/>
        </p:nvSpPr>
        <p:spPr>
          <a:xfrm>
            <a:off x="412897" y="495185"/>
            <a:ext cx="1182254" cy="697102"/>
          </a:xfrm>
          <a:prstGeom prst="wedgeRoundRectCallout">
            <a:avLst>
              <a:gd name="adj1" fmla="val 75643"/>
              <a:gd name="adj2" fmla="val 7775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Ice458’s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D60C8CF9-ECED-174E-4D3D-4A64F21EE122}"/>
              </a:ext>
            </a:extLst>
          </p:cNvPr>
          <p:cNvSpPr/>
          <p:nvPr/>
        </p:nvSpPr>
        <p:spPr>
          <a:xfrm>
            <a:off x="73573" y="1436012"/>
            <a:ext cx="1521575" cy="697102"/>
          </a:xfrm>
          <a:prstGeom prst="wedgeRoundRectCallout">
            <a:avLst>
              <a:gd name="adj1" fmla="val 75643"/>
              <a:gd name="adj2" fmla="val 7775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Noritsuna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6EF704F7-D22F-6964-B031-32B8A0BB94C6}"/>
              </a:ext>
            </a:extLst>
          </p:cNvPr>
          <p:cNvSpPr/>
          <p:nvPr/>
        </p:nvSpPr>
        <p:spPr>
          <a:xfrm>
            <a:off x="73572" y="3306973"/>
            <a:ext cx="1521575" cy="697102"/>
          </a:xfrm>
          <a:prstGeom prst="wedgeRoundRectCallout">
            <a:avLst>
              <a:gd name="adj1" fmla="val 70787"/>
              <a:gd name="adj2" fmla="val 6052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3zki’s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F51570F2-5B0C-D268-25D2-AA34025B25B7}"/>
              </a:ext>
            </a:extLst>
          </p:cNvPr>
          <p:cNvSpPr/>
          <p:nvPr/>
        </p:nvSpPr>
        <p:spPr>
          <a:xfrm>
            <a:off x="96393" y="4200469"/>
            <a:ext cx="1521575" cy="697102"/>
          </a:xfrm>
          <a:prstGeom prst="wedgeRoundRectCallout">
            <a:avLst>
              <a:gd name="adj1" fmla="val 72608"/>
              <a:gd name="adj2" fmla="val 5787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Yamada3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D568A7A0-7868-AFAF-A750-AF7254341BE8}"/>
              </a:ext>
            </a:extLst>
          </p:cNvPr>
          <p:cNvSpPr/>
          <p:nvPr/>
        </p:nvSpPr>
        <p:spPr>
          <a:xfrm>
            <a:off x="3504886" y="24771"/>
            <a:ext cx="1630573" cy="697102"/>
          </a:xfrm>
          <a:prstGeom prst="wedgeRoundRectCallout">
            <a:avLst>
              <a:gd name="adj1" fmla="val 75643"/>
              <a:gd name="adj2" fmla="val 7775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ponzu840w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83B103B8-3B0C-E8BE-880F-C2FBDA30BEC1}"/>
              </a:ext>
            </a:extLst>
          </p:cNvPr>
          <p:cNvSpPr/>
          <p:nvPr/>
        </p:nvSpPr>
        <p:spPr>
          <a:xfrm>
            <a:off x="3793369" y="944816"/>
            <a:ext cx="1521575" cy="697102"/>
          </a:xfrm>
          <a:prstGeom prst="wedgeRoundRectCallout">
            <a:avLst>
              <a:gd name="adj1" fmla="val 62896"/>
              <a:gd name="adj2" fmla="val 6450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Bols-blue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C9EFB605-BB06-9C63-068E-80ED279AF52D}"/>
              </a:ext>
            </a:extLst>
          </p:cNvPr>
          <p:cNvSpPr/>
          <p:nvPr/>
        </p:nvSpPr>
        <p:spPr>
          <a:xfrm>
            <a:off x="3793369" y="1818478"/>
            <a:ext cx="1521575" cy="697102"/>
          </a:xfrm>
          <a:prstGeom prst="wedgeRoundRectCallout">
            <a:avLst>
              <a:gd name="adj1" fmla="val 68359"/>
              <a:gd name="adj2" fmla="val 6980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homelith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29534A54-4329-C5A9-4D4C-7EAD1AF3055E}"/>
              </a:ext>
            </a:extLst>
          </p:cNvPr>
          <p:cNvSpPr/>
          <p:nvPr/>
        </p:nvSpPr>
        <p:spPr>
          <a:xfrm>
            <a:off x="3793370" y="2770366"/>
            <a:ext cx="1521575" cy="697102"/>
          </a:xfrm>
          <a:prstGeom prst="wedgeRoundRectCallout">
            <a:avLst>
              <a:gd name="adj1" fmla="val 75643"/>
              <a:gd name="adj2" fmla="val 7775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Ajisai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吹き出し: 角を丸めた四角形 23">
            <a:extLst>
              <a:ext uri="{FF2B5EF4-FFF2-40B4-BE49-F238E27FC236}">
                <a16:creationId xmlns:a16="http://schemas.microsoft.com/office/drawing/2014/main" id="{10CF9296-4A1D-F677-B8E8-0F4C7E3C1A4A}"/>
              </a:ext>
            </a:extLst>
          </p:cNvPr>
          <p:cNvSpPr/>
          <p:nvPr/>
        </p:nvSpPr>
        <p:spPr>
          <a:xfrm>
            <a:off x="3832739" y="3739335"/>
            <a:ext cx="1521575" cy="697102"/>
          </a:xfrm>
          <a:prstGeom prst="wedgeRoundRectCallout">
            <a:avLst>
              <a:gd name="adj1" fmla="val 59254"/>
              <a:gd name="adj2" fmla="val 65830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Noritsuna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12F47A59-CB30-CDBE-F647-1CA0B34187E1}"/>
              </a:ext>
            </a:extLst>
          </p:cNvPr>
          <p:cNvSpPr/>
          <p:nvPr/>
        </p:nvSpPr>
        <p:spPr>
          <a:xfrm>
            <a:off x="73572" y="2370399"/>
            <a:ext cx="1521575" cy="697102"/>
          </a:xfrm>
          <a:prstGeom prst="wedgeRoundRectCallout">
            <a:avLst>
              <a:gd name="adj1" fmla="val 75643"/>
              <a:gd name="adj2" fmla="val 7775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gitefu’s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ED91E81-019D-3A8D-4C7E-F1BC95815526}"/>
              </a:ext>
            </a:extLst>
          </p:cNvPr>
          <p:cNvSpPr/>
          <p:nvPr/>
        </p:nvSpPr>
        <p:spPr>
          <a:xfrm>
            <a:off x="1733697" y="5268208"/>
            <a:ext cx="1992824" cy="6365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 &amp; ADC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B9E94A9-6AA2-3AA7-61F9-FF079EE1FB70}"/>
              </a:ext>
            </a:extLst>
          </p:cNvPr>
          <p:cNvSpPr/>
          <p:nvPr/>
        </p:nvSpPr>
        <p:spPr>
          <a:xfrm>
            <a:off x="4987479" y="5290982"/>
            <a:ext cx="1992824" cy="636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Inverter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6066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72187B-30FE-3215-057B-31733FFDA1BE}"/>
              </a:ext>
            </a:extLst>
          </p:cNvPr>
          <p:cNvSpPr/>
          <p:nvPr/>
        </p:nvSpPr>
        <p:spPr>
          <a:xfrm>
            <a:off x="859646" y="-312101"/>
            <a:ext cx="10397877" cy="738090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ゲーム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6CFFA945-4582-886E-4E46-B73F08E46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017" y="0"/>
            <a:ext cx="5241965" cy="68580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4233D9D9-5882-446B-0418-07559E94202B}"/>
              </a:ext>
            </a:extLst>
          </p:cNvPr>
          <p:cNvSpPr/>
          <p:nvPr/>
        </p:nvSpPr>
        <p:spPr>
          <a:xfrm>
            <a:off x="3475017" y="522562"/>
            <a:ext cx="1700626" cy="697102"/>
          </a:xfrm>
          <a:prstGeom prst="wedgeRoundRectCallout">
            <a:avLst>
              <a:gd name="adj1" fmla="val 4166"/>
              <a:gd name="adj2" fmla="val 88750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Ice458’s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omparator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9303BEF1-3BE5-0DD2-6AFC-0C8C564F21F5}"/>
              </a:ext>
            </a:extLst>
          </p:cNvPr>
          <p:cNvSpPr/>
          <p:nvPr/>
        </p:nvSpPr>
        <p:spPr>
          <a:xfrm>
            <a:off x="8308645" y="1768256"/>
            <a:ext cx="1521575" cy="697102"/>
          </a:xfrm>
          <a:prstGeom prst="wedgeRoundRectCallout">
            <a:avLst>
              <a:gd name="adj1" fmla="val -77655"/>
              <a:gd name="adj2" fmla="val 8089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Noritsuna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64B24CD6-0804-0D9E-5D1F-EB53D6BEC60C}"/>
              </a:ext>
            </a:extLst>
          </p:cNvPr>
          <p:cNvSpPr/>
          <p:nvPr/>
        </p:nvSpPr>
        <p:spPr>
          <a:xfrm>
            <a:off x="8308646" y="3179007"/>
            <a:ext cx="1521575" cy="697102"/>
          </a:xfrm>
          <a:prstGeom prst="wedgeRoundRectCallout">
            <a:avLst>
              <a:gd name="adj1" fmla="val -74416"/>
              <a:gd name="adj2" fmla="val 62045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gitefu’s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FCF11D90-3227-C91E-E364-39FB924184E9}"/>
              </a:ext>
            </a:extLst>
          </p:cNvPr>
          <p:cNvSpPr/>
          <p:nvPr/>
        </p:nvSpPr>
        <p:spPr>
          <a:xfrm>
            <a:off x="8346975" y="4415757"/>
            <a:ext cx="1521575" cy="697102"/>
          </a:xfrm>
          <a:prstGeom prst="wedgeRoundRectCallout">
            <a:avLst>
              <a:gd name="adj1" fmla="val -79272"/>
              <a:gd name="adj2" fmla="val 8723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3zki’s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6508F83A-4144-09A3-809F-6617CB9AFB1B}"/>
              </a:ext>
            </a:extLst>
          </p:cNvPr>
          <p:cNvSpPr/>
          <p:nvPr/>
        </p:nvSpPr>
        <p:spPr>
          <a:xfrm>
            <a:off x="8260044" y="801330"/>
            <a:ext cx="1521575" cy="697102"/>
          </a:xfrm>
          <a:prstGeom prst="wedgeRoundRectCallout">
            <a:avLst>
              <a:gd name="adj1" fmla="val -73133"/>
              <a:gd name="adj2" fmla="val 25675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Yamada3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6FDD5A47-33EB-4FA3-8F6F-94E722F98AC8}"/>
              </a:ext>
            </a:extLst>
          </p:cNvPr>
          <p:cNvSpPr/>
          <p:nvPr/>
        </p:nvSpPr>
        <p:spPr>
          <a:xfrm>
            <a:off x="7541393" y="6082171"/>
            <a:ext cx="1630573" cy="697102"/>
          </a:xfrm>
          <a:prstGeom prst="wedgeRoundRectCallout">
            <a:avLst>
              <a:gd name="adj1" fmla="val -71773"/>
              <a:gd name="adj2" fmla="val -109186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ponzu840w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Inverter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A177D66B-DDBD-759F-4002-672BE129458B}"/>
              </a:ext>
            </a:extLst>
          </p:cNvPr>
          <p:cNvSpPr/>
          <p:nvPr/>
        </p:nvSpPr>
        <p:spPr>
          <a:xfrm>
            <a:off x="6095999" y="4131528"/>
            <a:ext cx="1521575" cy="697102"/>
          </a:xfrm>
          <a:prstGeom prst="wedgeRoundRectCallout">
            <a:avLst>
              <a:gd name="adj1" fmla="val -7995"/>
              <a:gd name="adj2" fmla="val 12027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Bols-blue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Inverter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D6E44D54-82E0-AB11-DC34-3F5AFAB662BC}"/>
              </a:ext>
            </a:extLst>
          </p:cNvPr>
          <p:cNvSpPr/>
          <p:nvPr/>
        </p:nvSpPr>
        <p:spPr>
          <a:xfrm>
            <a:off x="5933361" y="6082171"/>
            <a:ext cx="1521575" cy="697102"/>
          </a:xfrm>
          <a:prstGeom prst="wedgeRoundRectCallout">
            <a:avLst>
              <a:gd name="adj1" fmla="val -32399"/>
              <a:gd name="adj2" fmla="val -121849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homelith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Inverter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6EC51BF6-A1EE-7616-E0F0-86BFC1C933F8}"/>
              </a:ext>
            </a:extLst>
          </p:cNvPr>
          <p:cNvSpPr/>
          <p:nvPr/>
        </p:nvSpPr>
        <p:spPr>
          <a:xfrm>
            <a:off x="4605810" y="4138372"/>
            <a:ext cx="1521575" cy="697102"/>
          </a:xfrm>
          <a:prstGeom prst="wedgeRoundRectCallout">
            <a:avLst>
              <a:gd name="adj1" fmla="val 16267"/>
              <a:gd name="adj2" fmla="val 121740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Ajisai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Inverter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4255F444-A42B-640F-2630-A2EFB4088670}"/>
              </a:ext>
            </a:extLst>
          </p:cNvPr>
          <p:cNvSpPr/>
          <p:nvPr/>
        </p:nvSpPr>
        <p:spPr>
          <a:xfrm>
            <a:off x="4411786" y="6247767"/>
            <a:ext cx="1521575" cy="697102"/>
          </a:xfrm>
          <a:prstGeom prst="wedgeRoundRectCallout">
            <a:avLst>
              <a:gd name="adj1" fmla="val 238"/>
              <a:gd name="adj2" fmla="val -16116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Noritsuna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ED572C0C-09D4-095A-992C-139E8B7135B0}"/>
              </a:ext>
            </a:extLst>
          </p:cNvPr>
          <p:cNvSpPr/>
          <p:nvPr/>
        </p:nvSpPr>
        <p:spPr>
          <a:xfrm>
            <a:off x="2361778" y="3080449"/>
            <a:ext cx="1700626" cy="697102"/>
          </a:xfrm>
          <a:prstGeom prst="wedgeRoundRectCallout">
            <a:avLst>
              <a:gd name="adj1" fmla="val 54393"/>
              <a:gd name="adj2" fmla="val 1021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PLL</a:t>
            </a: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575D3E65-A830-24E4-1EE7-3CA50E27A9C4}"/>
              </a:ext>
            </a:extLst>
          </p:cNvPr>
          <p:cNvSpPr/>
          <p:nvPr/>
        </p:nvSpPr>
        <p:spPr>
          <a:xfrm>
            <a:off x="2361778" y="4448101"/>
            <a:ext cx="1700626" cy="697102"/>
          </a:xfrm>
          <a:prstGeom prst="wedgeRoundRectCallout">
            <a:avLst>
              <a:gd name="adj1" fmla="val 60188"/>
              <a:gd name="adj2" fmla="val 1021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LDO</a:t>
            </a: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478FEAD1-C387-5DE1-58B4-D568B2F1CEAF}"/>
              </a:ext>
            </a:extLst>
          </p:cNvPr>
          <p:cNvSpPr/>
          <p:nvPr/>
        </p:nvSpPr>
        <p:spPr>
          <a:xfrm>
            <a:off x="4993522" y="1419705"/>
            <a:ext cx="1700626" cy="697102"/>
          </a:xfrm>
          <a:prstGeom prst="wedgeRoundRectCallout">
            <a:avLst>
              <a:gd name="adj1" fmla="val 36040"/>
              <a:gd name="adj2" fmla="val -974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SAR-ADC</a:t>
            </a: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A68B65F8-FBCB-12C4-81B3-83661CBEE24D}"/>
              </a:ext>
            </a:extLst>
          </p:cNvPr>
          <p:cNvSpPr/>
          <p:nvPr/>
        </p:nvSpPr>
        <p:spPr>
          <a:xfrm>
            <a:off x="5208271" y="-108858"/>
            <a:ext cx="1700626" cy="697102"/>
          </a:xfrm>
          <a:prstGeom prst="wedgeRoundRectCallout">
            <a:avLst>
              <a:gd name="adj1" fmla="val 71778"/>
              <a:gd name="adj2" fmla="val 636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BGR</a:t>
            </a:r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5CE117BB-B551-CDED-9723-A2DB7BE53325}"/>
              </a:ext>
            </a:extLst>
          </p:cNvPr>
          <p:cNvSpPr/>
          <p:nvPr/>
        </p:nvSpPr>
        <p:spPr>
          <a:xfrm>
            <a:off x="7708243" y="-86869"/>
            <a:ext cx="1700626" cy="697102"/>
          </a:xfrm>
          <a:prstGeom prst="wedgeRoundRectCallout">
            <a:avLst>
              <a:gd name="adj1" fmla="val -51213"/>
              <a:gd name="adj2" fmla="val 738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CS</a:t>
            </a:r>
          </a:p>
        </p:txBody>
      </p:sp>
    </p:spTree>
    <p:extLst>
      <p:ext uri="{BB962C8B-B14F-4D97-AF65-F5344CB8AC3E}">
        <p14:creationId xmlns:p14="http://schemas.microsoft.com/office/powerpoint/2010/main" val="429405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49</Words>
  <Application>Microsoft Office PowerPoint</Application>
  <PresentationFormat>ワイド画面</PresentationFormat>
  <Paragraphs>47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Noritsuna Imamura</cp:lastModifiedBy>
  <cp:revision>2</cp:revision>
  <dcterms:created xsi:type="dcterms:W3CDTF">2023-12-12T03:02:36Z</dcterms:created>
  <dcterms:modified xsi:type="dcterms:W3CDTF">2025-11-12T08:27:56Z</dcterms:modified>
</cp:coreProperties>
</file>